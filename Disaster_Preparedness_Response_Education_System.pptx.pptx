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80086" y="2168175"/>
            <a:ext cx="1615192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Disaster Preparedness and Response Education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89226" y="3295058"/>
            <a:ext cx="1532831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Schools and Colleges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41367" y="4659980"/>
            <a:ext cx="13605266" cy="92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  <a:spcBef>
                <a:spcPct val="0"/>
              </a:spcBef>
            </a:pPr>
            <a:r>
              <a:rPr lang="en-US" sz="5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CSA0804-PYTHON PROGRAMMING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522621" y="6939614"/>
            <a:ext cx="12010808" cy="16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0"/>
              </a:lnSpc>
            </a:pPr>
            <a:r>
              <a:rPr lang="en-US" sz="2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PRESENTEDV BY:</a:t>
            </a:r>
          </a:p>
          <a:p>
            <a:pPr algn="ctr">
              <a:lnSpc>
                <a:spcPts val="3180"/>
              </a:lnSpc>
            </a:pPr>
            <a:r>
              <a:rPr lang="en-US" sz="2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Revanthsai(192525451)</a:t>
            </a:r>
          </a:p>
          <a:p>
            <a:pPr algn="ctr">
              <a:lnSpc>
                <a:spcPts val="3180"/>
              </a:lnSpc>
            </a:pPr>
            <a:r>
              <a:rPr lang="en-US" sz="2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A.Tharun Kumar Reddy(192572068)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2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Likith chowdary(19252471)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2922" y="6785730"/>
            <a:ext cx="3813216" cy="11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36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Gudied by:</a:t>
            </a:r>
          </a:p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36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Dr.A.Jegatheessan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3898" y="1093512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886325"/>
            <a:ext cx="95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64704" y="2857500"/>
            <a:ext cx="16768117" cy="703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2562" indent="-456281" lvl="1">
              <a:lnSpc>
                <a:spcPts val="5072"/>
              </a:lnSpc>
              <a:buFont typeface="Arial"/>
              <a:buChar char="•"/>
            </a:pPr>
            <a:r>
              <a:rPr lang="en-US" sz="42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Disasters can occur unexpectedly in schools, colleges and surrounding communities.</a:t>
            </a:r>
          </a:p>
          <a:p>
            <a:pPr algn="just" marL="912562" indent="-456281" lvl="1">
              <a:lnSpc>
                <a:spcPts val="5072"/>
              </a:lnSpc>
              <a:buFont typeface="Arial"/>
              <a:buChar char="•"/>
            </a:pPr>
            <a:r>
              <a:rPr lang="en-US" sz="42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need awareness of safety procedures and emergency-response techniques.</a:t>
            </a:r>
          </a:p>
          <a:p>
            <a:pPr algn="just" marL="912562" indent="-456281" lvl="1">
              <a:lnSpc>
                <a:spcPts val="5072"/>
              </a:lnSpc>
              <a:buFont typeface="Arial"/>
              <a:buChar char="•"/>
            </a:pPr>
            <a:r>
              <a:rPr lang="en-US" sz="42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</a:t>
            </a:r>
            <a:r>
              <a:rPr lang="en-US" sz="42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tional disaster education is often limited to classroom teaching and occasional drills.</a:t>
            </a:r>
          </a:p>
          <a:p>
            <a:pPr algn="just" marL="912562" indent="-456281" lvl="1">
              <a:lnSpc>
                <a:spcPts val="5072"/>
              </a:lnSpc>
              <a:buFont typeface="Arial"/>
              <a:buChar char="•"/>
            </a:pPr>
            <a:r>
              <a:rPr lang="en-US" sz="42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interactive digital platform can make disaster education more engaging, accessible and measurable.</a:t>
            </a:r>
          </a:p>
          <a:p>
            <a:pPr algn="just" marL="912562" indent="-456281" lvl="1">
              <a:lnSpc>
                <a:spcPts val="5072"/>
              </a:lnSpc>
              <a:buFont typeface="Arial"/>
              <a:buChar char="•"/>
            </a:pPr>
            <a:r>
              <a:rPr lang="en-US" sz="42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combines learning, assessment and simulation in one platform.</a:t>
            </a:r>
          </a:p>
          <a:p>
            <a:pPr algn="just">
              <a:lnSpc>
                <a:spcPts val="50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2224" y="2006454"/>
            <a:ext cx="14776103" cy="48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b="true" sz="38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Challenges:</a:t>
            </a:r>
          </a:p>
          <a:p>
            <a:pPr algn="l" marL="834748" indent="-417374" lvl="1">
              <a:lnSpc>
                <a:spcPts val="6418"/>
              </a:lnSpc>
              <a:buFont typeface="Arial"/>
              <a:buChar char="•"/>
            </a:pPr>
            <a:r>
              <a:rPr lang="en-US" sz="38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practical knowledge of disaster-response procedures.</a:t>
            </a:r>
          </a:p>
          <a:p>
            <a:pPr algn="l" marL="834748" indent="-417374" lvl="1">
              <a:lnSpc>
                <a:spcPts val="6418"/>
              </a:lnSpc>
              <a:buFont typeface="Arial"/>
              <a:buChar char="•"/>
            </a:pPr>
            <a:r>
              <a:rPr lang="en-US" sz="38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interactive disaster-preparedness training.</a:t>
            </a:r>
          </a:p>
          <a:p>
            <a:pPr algn="l" marL="834748" indent="-417374" lvl="1">
              <a:lnSpc>
                <a:spcPts val="6418"/>
              </a:lnSpc>
              <a:buFont typeface="Arial"/>
              <a:buChar char="•"/>
            </a:pPr>
            <a:r>
              <a:rPr lang="en-US" sz="38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assessing students' emergency-response knowledge.</a:t>
            </a:r>
          </a:p>
          <a:p>
            <a:pPr algn="l" marL="834748" indent="-417374" lvl="1">
              <a:lnSpc>
                <a:spcPts val="6418"/>
              </a:lnSpc>
              <a:buFont typeface="Arial"/>
              <a:buChar char="•"/>
            </a:pPr>
            <a:r>
              <a:rPr lang="en-US" sz="38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Teachers have limited tools for tracking individual student progress.</a:t>
            </a:r>
          </a:p>
          <a:p>
            <a:pPr algn="l" marL="834748" indent="-417374" lvl="1">
              <a:lnSpc>
                <a:spcPts val="6418"/>
              </a:lnSpc>
              <a:buFont typeface="Arial"/>
              <a:buChar char="•"/>
            </a:pPr>
            <a:r>
              <a:rPr lang="en-US" sz="38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Disaster-learning resources are often scattered across different sources.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0053" y="7521024"/>
            <a:ext cx="14776103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Need:</a:t>
            </a:r>
          </a:p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centralized platform that allows students to learn → practice → evaluate → improve.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8038" y="1259363"/>
            <a:ext cx="1615192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2312" y="2473243"/>
            <a:ext cx="15465590" cy="729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923" indent="-410461" lvl="1">
              <a:lnSpc>
                <a:spcPts val="6159"/>
              </a:lnSpc>
              <a:buFont typeface="Arial"/>
              <a:buChar char="•"/>
            </a:pPr>
            <a:r>
              <a:rPr lang="en-US" sz="38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38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 an interactive web-based platform for teaching students about different disasters, safety procedures, and emergency-response methods.</a:t>
            </a:r>
          </a:p>
          <a:p>
            <a:pPr algn="l" marL="820923" indent="-410461" lvl="1">
              <a:lnSpc>
                <a:spcPts val="6159"/>
              </a:lnSpc>
              <a:buFont typeface="Arial"/>
              <a:buChar char="•"/>
            </a:pPr>
            <a:r>
              <a:rPr lang="en-US" sz="38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interactive learning and assessment through learning modules, quizzes, and mock emergency scenarios.</a:t>
            </a:r>
          </a:p>
          <a:p>
            <a:pPr algn="l" marL="820923" indent="-410461" lvl="1">
              <a:lnSpc>
                <a:spcPts val="6159"/>
              </a:lnSpc>
              <a:buFont typeface="Arial"/>
              <a:buChar char="•"/>
            </a:pPr>
            <a:r>
              <a:rPr lang="en-US" sz="38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monitor and improve student preparedness using progress tracking, scores, badges/certificates, and teacher/admin dashboards.</a:t>
            </a:r>
          </a:p>
          <a:p>
            <a:pPr algn="l">
              <a:lnSpc>
                <a:spcPts val="6159"/>
              </a:lnSpc>
            </a:pP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69798"/>
            <a:ext cx="15405621" cy="679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is a web-based disaster education platform with two major user roles:</a:t>
            </a:r>
          </a:p>
          <a:p>
            <a:pPr algn="l">
              <a:lnSpc>
                <a:spcPts val="4923"/>
              </a:lnSpc>
            </a:pPr>
            <a:r>
              <a:rPr lang="en-US" b="true" sz="30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Student: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learning modules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Attempt quizzes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Participate in mock scenarios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scores and progress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Earn badges/certificates</a:t>
            </a:r>
          </a:p>
          <a:p>
            <a:pPr algn="l">
              <a:lnSpc>
                <a:spcPts val="4923"/>
              </a:lnSpc>
            </a:pPr>
            <a:r>
              <a:rPr lang="en-US" b="true" sz="30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Teacher: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student performance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quiz results</a:t>
            </a:r>
          </a:p>
          <a:p>
            <a:pPr algn="l" marL="648207" indent="-324103" lvl="1">
              <a:lnSpc>
                <a:spcPts val="492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learning progress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Types of Disasters Covered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5479" y="200751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Earthquakes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5479" y="291348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Floods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5479" y="3819449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Fire Emergencies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5479" y="4725410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Cyclones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5479" y="5631371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Thunderstorms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479" y="6537341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Volcanic Eruptions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5479" y="7443302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Industrial Accidents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5479" y="8349263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General Emergency Situations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6442" y="1798629"/>
            <a:ext cx="12138197" cy="7810077"/>
          </a:xfrm>
          <a:custGeom>
            <a:avLst/>
            <a:gdLst/>
            <a:ahLst/>
            <a:cxnLst/>
            <a:rect r="r" b="b" t="t" l="l"/>
            <a:pathLst>
              <a:path h="7810077" w="12138197">
                <a:moveTo>
                  <a:pt x="0" y="0"/>
                </a:moveTo>
                <a:lnTo>
                  <a:pt x="12138197" y="0"/>
                </a:lnTo>
                <a:lnTo>
                  <a:pt x="12138197" y="7810077"/>
                </a:lnTo>
                <a:lnTo>
                  <a:pt x="0" y="7810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05" r="0" b="-18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5479" y="200751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Learning Modules – disaster information and safety instructions.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5479" y="291348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Interactive Quizzes – test student understanding.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5479" y="3819449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Mock Scenarios – practice emergency decision-making.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5479" y="4725410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Progress Tracking – monitor completed modules and performance.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5479" y="5631371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Badges &amp; Certificates – motivate students.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479" y="6537341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Dashboards – monitor student performance and manage content.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23167" y="1231202"/>
          <a:ext cx="15568468" cy="8803524"/>
        </p:xfrm>
        <a:graphic>
          <a:graphicData uri="http://schemas.openxmlformats.org/drawingml/2006/table">
            <a:tbl>
              <a:tblPr/>
              <a:tblGrid>
                <a:gridCol w="7784234"/>
                <a:gridCol w="7784234"/>
              </a:tblGrid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Technology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6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Backend programming and application logic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Flask / Django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 application framework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HTML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Web-page structure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Styling and layout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JavaScript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Interactive functionality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Bootstrap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Responsive user interface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4545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MySQL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545454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 storage and management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38707" y="367310"/>
            <a:ext cx="427538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2"/>
              </a:lnSpc>
              <a:spcBef>
                <a:spcPct val="0"/>
              </a:spcBef>
            </a:pPr>
            <a:r>
              <a:rPr lang="en-US" b="true" sz="43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Outcomes and Benefits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00510"/>
            <a:ext cx="16016556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310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Outcomes:</a:t>
            </a:r>
          </a:p>
          <a:p>
            <a:pPr algn="l" marL="671299" indent="-335649" lvl="1">
              <a:lnSpc>
                <a:spcPts val="3731"/>
              </a:lnSpc>
              <a:buFont typeface="Arial"/>
              <a:buChar char="•"/>
            </a:pPr>
            <a:r>
              <a:rPr lang="en-US" sz="31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disaster awareness among students.</a:t>
            </a:r>
          </a:p>
          <a:p>
            <a:pPr algn="l" marL="671299" indent="-335649" lvl="1">
              <a:lnSpc>
                <a:spcPts val="3731"/>
              </a:lnSpc>
              <a:buFont typeface="Arial"/>
              <a:buChar char="•"/>
            </a:pPr>
            <a:r>
              <a:rPr lang="en-US" sz="31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understanding of emergency procedures.</a:t>
            </a:r>
          </a:p>
          <a:p>
            <a:pPr algn="l" marL="671299" indent="-335649" lvl="1">
              <a:lnSpc>
                <a:spcPts val="3731"/>
              </a:lnSpc>
              <a:buFont typeface="Arial"/>
              <a:buChar char="•"/>
            </a:pPr>
            <a:r>
              <a:rPr lang="en-US" sz="31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engagement through interactive learning.</a:t>
            </a:r>
          </a:p>
          <a:p>
            <a:pPr algn="l" marL="671299" indent="-335649" lvl="1">
              <a:lnSpc>
                <a:spcPts val="3731"/>
              </a:lnSpc>
              <a:buFont typeface="Arial"/>
              <a:buChar char="•"/>
            </a:pPr>
            <a:r>
              <a:rPr lang="en-US" sz="31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assessment of disaster-preparedness knowledge.</a:t>
            </a:r>
          </a:p>
          <a:p>
            <a:pPr algn="l" marL="671299" indent="-335649" lvl="1">
              <a:lnSpc>
                <a:spcPts val="3731"/>
              </a:lnSpc>
              <a:buFont typeface="Arial"/>
              <a:buChar char="•"/>
            </a:pPr>
            <a:r>
              <a:rPr lang="en-US" sz="31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monitoring of student performance.</a:t>
            </a:r>
          </a:p>
          <a:p>
            <a:pPr algn="l">
              <a:lnSpc>
                <a:spcPts val="373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5591460"/>
            <a:ext cx="9284494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  <a:spcBef>
                <a:spcPct val="0"/>
              </a:spcBef>
            </a:pPr>
            <a:r>
              <a:rPr lang="en-US" b="true" sz="30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Benefits:</a:t>
            </a:r>
          </a:p>
          <a:p>
            <a:pPr algn="l" marL="712975" indent="-356488" lvl="1">
              <a:lnSpc>
                <a:spcPts val="3962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through a web browser.</a:t>
            </a:r>
          </a:p>
          <a:p>
            <a:pPr algn="l" marL="712975" indent="-356488" lvl="1">
              <a:lnSpc>
                <a:spcPts val="3962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learning platform.</a:t>
            </a:r>
          </a:p>
          <a:p>
            <a:pPr algn="l" marL="712975" indent="-356488" lvl="1">
              <a:lnSpc>
                <a:spcPts val="3962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continuous learning.</a:t>
            </a:r>
          </a:p>
          <a:p>
            <a:pPr algn="l" marL="712975" indent="-356488" lvl="1">
              <a:lnSpc>
                <a:spcPts val="3962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teachers and administrators.</a:t>
            </a:r>
          </a:p>
          <a:p>
            <a:pPr algn="l" marL="712975" indent="-356488" lvl="1">
              <a:lnSpc>
                <a:spcPts val="3962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expanded with new disasters and scenarios.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5479" y="200751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Mobile application support.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5479" y="291348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AI-based personalized learning recommendations.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5479" y="3819449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Real-time emergency alerts.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5479" y="4725410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Gamification and leaderboards.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5479" y="5631371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Virtual reality-based disaster simulations.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479" y="6537341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Multilingual learning content.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5479" y="7443302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Integration with institutional emergency-management systems.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44376"/>
            <a:ext cx="1615192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5479" y="200751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system provides an interactive and structured approach to disaster preparedness education.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5479" y="2913488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Students learn through modules, quizzes and mock scenarios.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5479" y="3819449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Teachers and administrators can monitor learning progress through dashboards.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5479" y="4725410"/>
            <a:ext cx="15465590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platform supports a stronger culture of safety, awareness and preparedness.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81214" y="9429474"/>
            <a:ext cx="29755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68" y="0"/>
            <a:ext cx="18504847" cy="10287000"/>
          </a:xfrm>
          <a:custGeom>
            <a:avLst/>
            <a:gdLst/>
            <a:ahLst/>
            <a:cxnLst/>
            <a:rect r="r" b="b" t="t" l="l"/>
            <a:pathLst>
              <a:path h="10287000" w="18504847">
                <a:moveTo>
                  <a:pt x="0" y="0"/>
                </a:moveTo>
                <a:lnTo>
                  <a:pt x="18504847" y="0"/>
                </a:lnTo>
                <a:lnTo>
                  <a:pt x="18504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942" r="0" b="-3994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DAHTpNzhzYI</dc:identifier>
  <dcterms:modified xsi:type="dcterms:W3CDTF">2011-08-01T06:04:30Z</dcterms:modified>
  <cp:revision>1</cp:revision>
  <dc:title>Disaster_Preparedness_Response_Education_System.pptx</dc:title>
</cp:coreProperties>
</file>